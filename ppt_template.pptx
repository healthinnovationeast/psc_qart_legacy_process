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487B-0334-42AF-97BF-5F7F7E9CB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0CA98-B28D-D7D2-ABC0-4FAFDE00E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E137-10BA-1B26-1EC4-61833D15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B5C5B-85B7-1F32-CC66-E56FE86D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AEC7-308D-27DB-404A-344ACA22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1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DD1E-A71C-4F4C-96CE-90B076A8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C1A1-CA6F-E4B4-D00D-15A9A0AE3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7F2A3-3ACD-C3C6-DF83-B157F50C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F254F-434F-81E9-CCD5-7B7C52FD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004D-C04D-73EF-F0A5-07E8986A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07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B235-F1BA-9B8A-5E03-362C883E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DE42-E4D1-390F-81E7-8DB24554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4A9C7-E307-E753-8FE6-CB16ADEA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B2D0C-4746-900F-9C44-10626740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CB83-59F4-EDD6-89AC-F2AA9E41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25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0BF0-80F0-87E8-B8E4-BD5434D2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632A5-06FB-CEC7-0B27-3DDA05693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D3400-2E0E-8038-6E8B-B09CD67A7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25D74-8E04-623C-EDA9-8C1FE8D27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CA045-3A20-0DC2-21D2-58D8E2B8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09F7-DE8C-F9C5-ED1C-334CC557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15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62BC-44B0-AB95-6691-FA4CA348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75878-2DCE-E497-59AF-EE78BF9C3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42607-3A89-2164-807B-94B6EEA4D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5538C-1622-1FBC-16D4-5E70078A5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4772E-6060-6899-F495-6E8893018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FCF04-90B1-514E-9987-0D8CCEDC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A15E5-B4D7-8DF9-E8C0-42BF84E62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2000B-A7BA-BC49-B79A-C8DB90E9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60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AB87-71F6-3C42-629A-4A98186B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7E955-DA0B-0F87-9F4D-C2D2735F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D6D9D-8ADC-2C5B-C3B5-54AC4EFB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F0427-A61B-281D-D087-7EBC2A7F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49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1B986-4382-39D1-BADE-207B41B6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320B9C-2EB7-3716-B623-B73C997D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B4750-DADB-5157-0081-FE626907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01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47FB-F640-0E11-6FC2-040B2D00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A212D-1DED-F725-E689-85C4FE5FC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98882-118C-2236-43B1-86A7E2FB4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9DB16-489E-EBA5-66D1-41BA93A6E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A854A-6F01-9A5F-592B-52A444EC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16FE-9F51-C299-0B79-D8306DDD5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72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4A65-E6B1-CDA3-1DCA-DB837C7BC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9FA16-B319-F856-EE8F-008F504ED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B80BA-21E2-80C7-9A82-0B84C6290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BFF7-58DD-611C-93DD-A3906DE2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4B63B-B38F-7A4E-BA38-1909E029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D15DF-C666-C5F3-E7F9-FFE14080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86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2DE8-E518-7DFC-1352-DC640E83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75DF2-3B69-3265-ADF8-65CDE1535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2303-85B6-E411-74D0-52497228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15977-3FC1-BC4B-95DB-5F35AEC1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AD2E6-9F6F-C75A-67FC-FCD8B647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41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1A01F-6A3B-C994-33AC-00C3453AE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D1124-8DBE-F2B6-B821-138402307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4C7E3-89E3-0334-F070-FD3C2EC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53C4D-59F3-EF92-DB16-8AB033AA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2CE34-2F74-E2EC-010E-52A2F6A6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83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5EE04-B197-144C-FF49-80008F23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1F89F-F831-1520-1E1E-1A3A5A4DB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387D2-AF34-40BB-D4F4-2667CB7C6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C0471-9502-4C96-999C-0966402796F7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CA6B9-8774-BF3C-97C1-5829E48B9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A85B-3200-92E2-BA40-9D7352160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E892E-5BBD-427E-99B1-B7C51359B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065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Health Innovation Network">
      <a:dk1>
        <a:srgbClr val="245170"/>
      </a:dk1>
      <a:lt1>
        <a:srgbClr val="FFFFFF"/>
      </a:lt1>
      <a:dk2>
        <a:srgbClr val="4D4D4F"/>
      </a:dk2>
      <a:lt2>
        <a:srgbClr val="F1F2F2"/>
      </a:lt2>
      <a:accent1>
        <a:srgbClr val="E6B222"/>
      </a:accent1>
      <a:accent2>
        <a:srgbClr val="E9552C"/>
      </a:accent2>
      <a:accent3>
        <a:srgbClr val="36987D"/>
      </a:accent3>
      <a:accent4>
        <a:srgbClr val="0079C2"/>
      </a:accent4>
      <a:accent5>
        <a:srgbClr val="B0D238"/>
      </a:accent5>
      <a:accent6>
        <a:srgbClr val="ABCCC6"/>
      </a:accent6>
      <a:hlink>
        <a:srgbClr val="0079C2"/>
      </a:hlink>
      <a:folHlink>
        <a:srgbClr val="E9552C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Verdana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Selby | Health Innovation East</dc:creator>
  <cp:lastModifiedBy>Amy Selby | Health Innovation East</cp:lastModifiedBy>
  <cp:revision>4</cp:revision>
  <dcterms:created xsi:type="dcterms:W3CDTF">2026-10-02T15:04:37Z</dcterms:created>
  <dcterms:modified xsi:type="dcterms:W3CDTF">2026-10-02T15:23:19Z</dcterms:modified>
</cp:coreProperties>
</file>