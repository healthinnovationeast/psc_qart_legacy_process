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8"/>
  </p:notesMasterIdLst>
  <p:handoutMasterIdLst>
    <p:handoutMasterId r:id="rId9"/>
  </p:handoutMasterIdLst>
  <p:sldIdLst>
    <p:sldId id="256" r:id="rId4"/>
    <p:sldId id="257" r:id="rId5"/>
    <p:sldId id="258" r:id="rId6"/>
    <p:sldId id="259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86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48CAD1-69F9-4960-AA93-D3AFEC0F4A94}" v="8" dt="2024-06-27T13:08:17.5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>
        <p:scale>
          <a:sx n="90" d="100"/>
          <a:sy n="90" d="100"/>
        </p:scale>
        <p:origin x="2214" y="10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6" d="100"/>
          <a:sy n="86" d="100"/>
        </p:scale>
        <p:origin x="386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ANE, Ruth (NHS ARDEN AND GREATER EAST MIDLANDS COMMISSIONING SUPPORT UNIT)" userId="864e1a6a-91f5-4fd3-93f1-22e6b2664edd" providerId="ADAL" clId="{1863A29F-A97B-4B6D-9724-B05817A64C12}"/>
    <pc:docChg chg="undo custSel modMainMaster">
      <pc:chgData name="KEANE, Ruth (NHS ARDEN AND GREATER EAST MIDLANDS COMMISSIONING SUPPORT UNIT)" userId="864e1a6a-91f5-4fd3-93f1-22e6b2664edd" providerId="ADAL" clId="{1863A29F-A97B-4B6D-9724-B05817A64C12}" dt="2024-06-04T10:22:49.388" v="24" actId="14100"/>
      <pc:docMkLst>
        <pc:docMk/>
      </pc:docMkLst>
      <pc:sldMasterChg chg="modSldLayout">
        <pc:chgData name="KEANE, Ruth (NHS ARDEN AND GREATER EAST MIDLANDS COMMISSIONING SUPPORT UNIT)" userId="864e1a6a-91f5-4fd3-93f1-22e6b2664edd" providerId="ADAL" clId="{1863A29F-A97B-4B6D-9724-B05817A64C12}" dt="2024-06-04T10:22:49.388" v="24" actId="14100"/>
        <pc:sldMasterMkLst>
          <pc:docMk/>
          <pc:sldMasterMk cId="3676200875" sldId="2147483648"/>
        </pc:sldMasterMkLst>
        <pc:sldLayoutChg chg="modSp mod">
          <pc:chgData name="KEANE, Ruth (NHS ARDEN AND GREATER EAST MIDLANDS COMMISSIONING SUPPORT UNIT)" userId="864e1a6a-91f5-4fd3-93f1-22e6b2664edd" providerId="ADAL" clId="{1863A29F-A97B-4B6D-9724-B05817A64C12}" dt="2024-06-04T10:22:49.388" v="24" actId="14100"/>
          <pc:sldLayoutMkLst>
            <pc:docMk/>
            <pc:sldMasterMk cId="3676200875" sldId="2147483648"/>
            <pc:sldLayoutMk cId="2619886245" sldId="2147483652"/>
          </pc:sldLayoutMkLst>
          <pc:spChg chg="mod">
            <ac:chgData name="KEANE, Ruth (NHS ARDEN AND GREATER EAST MIDLANDS COMMISSIONING SUPPORT UNIT)" userId="864e1a6a-91f5-4fd3-93f1-22e6b2664edd" providerId="ADAL" clId="{1863A29F-A97B-4B6D-9724-B05817A64C12}" dt="2024-05-20T17:13:33.358" v="14" actId="14100"/>
            <ac:spMkLst>
              <pc:docMk/>
              <pc:sldMasterMk cId="3676200875" sldId="2147483648"/>
              <pc:sldLayoutMk cId="2619886245" sldId="2147483652"/>
              <ac:spMk id="2" creationId="{00000000-0000-0000-0000-000000000000}"/>
            </ac:spMkLst>
          </pc:spChg>
          <pc:spChg chg="mod">
            <ac:chgData name="KEANE, Ruth (NHS ARDEN AND GREATER EAST MIDLANDS COMMISSIONING SUPPORT UNIT)" userId="864e1a6a-91f5-4fd3-93f1-22e6b2664edd" providerId="ADAL" clId="{1863A29F-A97B-4B6D-9724-B05817A64C12}" dt="2024-06-04T10:22:49.388" v="24" actId="14100"/>
            <ac:spMkLst>
              <pc:docMk/>
              <pc:sldMasterMk cId="3676200875" sldId="2147483648"/>
              <pc:sldLayoutMk cId="2619886245" sldId="2147483652"/>
              <ac:spMk id="3" creationId="{00000000-0000-0000-0000-000000000000}"/>
            </ac:spMkLst>
          </pc:spChg>
          <pc:spChg chg="mod">
            <ac:chgData name="KEANE, Ruth (NHS ARDEN AND GREATER EAST MIDLANDS COMMISSIONING SUPPORT UNIT)" userId="864e1a6a-91f5-4fd3-93f1-22e6b2664edd" providerId="ADAL" clId="{1863A29F-A97B-4B6D-9724-B05817A64C12}" dt="2024-06-04T10:22:46.448" v="23" actId="14100"/>
            <ac:spMkLst>
              <pc:docMk/>
              <pc:sldMasterMk cId="3676200875" sldId="2147483648"/>
              <pc:sldLayoutMk cId="2619886245" sldId="2147483652"/>
              <ac:spMk id="4" creationId="{00000000-0000-0000-0000-000000000000}"/>
            </ac:spMkLst>
          </pc:spChg>
        </pc:sldLayoutChg>
      </pc:sldMasterChg>
    </pc:docChg>
  </pc:docChgLst>
  <pc:docChgLst>
    <pc:chgData name="KEANE, Ruth (NHS ARDEN AND GREATER EAST MIDLANDS COMMISSIONING SUPPORT UNIT)" userId="864e1a6a-91f5-4fd3-93f1-22e6b2664edd" providerId="ADAL" clId="{24F8CA3B-86E1-4B0B-8669-9A9C594A9DEB}"/>
    <pc:docChg chg="undo custSel modMainMaster">
      <pc:chgData name="KEANE, Ruth (NHS ARDEN AND GREATER EAST MIDLANDS COMMISSIONING SUPPORT UNIT)" userId="864e1a6a-91f5-4fd3-93f1-22e6b2664edd" providerId="ADAL" clId="{24F8CA3B-86E1-4B0B-8669-9A9C594A9DEB}" dt="2024-04-25T17:23:32.801" v="76" actId="1076"/>
      <pc:docMkLst>
        <pc:docMk/>
      </pc:docMkLst>
      <pc:sldMasterChg chg="modSp modSldLayout">
        <pc:chgData name="KEANE, Ruth (NHS ARDEN AND GREATER EAST MIDLANDS COMMISSIONING SUPPORT UNIT)" userId="864e1a6a-91f5-4fd3-93f1-22e6b2664edd" providerId="ADAL" clId="{24F8CA3B-86E1-4B0B-8669-9A9C594A9DEB}" dt="2024-04-25T17:23:32.801" v="76" actId="1076"/>
        <pc:sldMasterMkLst>
          <pc:docMk/>
          <pc:sldMasterMk cId="3676200875" sldId="2147483648"/>
        </pc:sldMasterMkLst>
        <pc:spChg chg="mod">
          <ac:chgData name="KEANE, Ruth (NHS ARDEN AND GREATER EAST MIDLANDS COMMISSIONING SUPPORT UNIT)" userId="864e1a6a-91f5-4fd3-93f1-22e6b2664edd" providerId="ADAL" clId="{24F8CA3B-86E1-4B0B-8669-9A9C594A9DEB}" dt="2024-04-25T17:19:32.888" v="27" actId="2711"/>
          <ac:spMkLst>
            <pc:docMk/>
            <pc:sldMasterMk cId="3676200875" sldId="2147483648"/>
            <ac:spMk id="2" creationId="{00000000-0000-0000-0000-000000000000}"/>
          </ac:spMkLst>
        </pc:spChg>
        <pc:spChg chg="mod">
          <ac:chgData name="KEANE, Ruth (NHS ARDEN AND GREATER EAST MIDLANDS COMMISSIONING SUPPORT UNIT)" userId="864e1a6a-91f5-4fd3-93f1-22e6b2664edd" providerId="ADAL" clId="{24F8CA3B-86E1-4B0B-8669-9A9C594A9DEB}" dt="2024-04-25T17:19:32.888" v="27" actId="2711"/>
          <ac:spMkLst>
            <pc:docMk/>
            <pc:sldMasterMk cId="3676200875" sldId="2147483648"/>
            <ac:spMk id="3" creationId="{00000000-0000-0000-0000-000000000000}"/>
          </ac:spMkLst>
        </pc:spChg>
        <pc:spChg chg="mod">
          <ac:chgData name="KEANE, Ruth (NHS ARDEN AND GREATER EAST MIDLANDS COMMISSIONING SUPPORT UNIT)" userId="864e1a6a-91f5-4fd3-93f1-22e6b2664edd" providerId="ADAL" clId="{24F8CA3B-86E1-4B0B-8669-9A9C594A9DEB}" dt="2024-04-25T17:19:32.888" v="27" actId="2711"/>
          <ac:spMkLst>
            <pc:docMk/>
            <pc:sldMasterMk cId="3676200875" sldId="2147483648"/>
            <ac:spMk id="4" creationId="{00000000-0000-0000-0000-000000000000}"/>
          </ac:spMkLst>
        </pc:spChg>
        <pc:spChg chg="mod">
          <ac:chgData name="KEANE, Ruth (NHS ARDEN AND GREATER EAST MIDLANDS COMMISSIONING SUPPORT UNIT)" userId="864e1a6a-91f5-4fd3-93f1-22e6b2664edd" providerId="ADAL" clId="{24F8CA3B-86E1-4B0B-8669-9A9C594A9DEB}" dt="2024-04-25T17:19:32.888" v="27" actId="2711"/>
          <ac:spMkLst>
            <pc:docMk/>
            <pc:sldMasterMk cId="3676200875" sldId="2147483648"/>
            <ac:spMk id="5" creationId="{00000000-0000-0000-0000-000000000000}"/>
          </ac:spMkLst>
        </pc:spChg>
        <pc:spChg chg="mod">
          <ac:chgData name="KEANE, Ruth (NHS ARDEN AND GREATER EAST MIDLANDS COMMISSIONING SUPPORT UNIT)" userId="864e1a6a-91f5-4fd3-93f1-22e6b2664edd" providerId="ADAL" clId="{24F8CA3B-86E1-4B0B-8669-9A9C594A9DEB}" dt="2024-04-25T17:19:32.888" v="27" actId="2711"/>
          <ac:spMkLst>
            <pc:docMk/>
            <pc:sldMasterMk cId="3676200875" sldId="2147483648"/>
            <ac:spMk id="6" creationId="{00000000-0000-0000-0000-000000000000}"/>
          </ac:spMkLst>
        </pc:spChg>
        <pc:sldLayoutChg chg="addSp delSp modSp mod">
          <pc:chgData name="KEANE, Ruth (NHS ARDEN AND GREATER EAST MIDLANDS COMMISSIONING SUPPORT UNIT)" userId="864e1a6a-91f5-4fd3-93f1-22e6b2664edd" providerId="ADAL" clId="{24F8CA3B-86E1-4B0B-8669-9A9C594A9DEB}" dt="2024-04-25T17:20:13.513" v="36" actId="14100"/>
          <pc:sldLayoutMkLst>
            <pc:docMk/>
            <pc:sldMasterMk cId="3676200875" sldId="2147483648"/>
            <pc:sldLayoutMk cId="1444357513" sldId="2147483649"/>
          </pc:sldLayoutMkLst>
          <pc:spChg chg="mod">
            <ac:chgData name="KEANE, Ruth (NHS ARDEN AND GREATER EAST MIDLANDS COMMISSIONING SUPPORT UNIT)" userId="864e1a6a-91f5-4fd3-93f1-22e6b2664edd" providerId="ADAL" clId="{24F8CA3B-86E1-4B0B-8669-9A9C594A9DEB}" dt="2024-04-25T17:19:37.521" v="28" actId="2711"/>
            <ac:spMkLst>
              <pc:docMk/>
              <pc:sldMasterMk cId="3676200875" sldId="2147483648"/>
              <pc:sldLayoutMk cId="1444357513" sldId="2147483649"/>
              <ac:spMk id="2" creationId="{00000000-0000-0000-0000-000000000000}"/>
            </ac:spMkLst>
          </pc:spChg>
          <pc:spChg chg="mod">
            <ac:chgData name="KEANE, Ruth (NHS ARDEN AND GREATER EAST MIDLANDS COMMISSIONING SUPPORT UNIT)" userId="864e1a6a-91f5-4fd3-93f1-22e6b2664edd" providerId="ADAL" clId="{24F8CA3B-86E1-4B0B-8669-9A9C594A9DEB}" dt="2024-04-25T17:20:13.513" v="36" actId="14100"/>
            <ac:spMkLst>
              <pc:docMk/>
              <pc:sldMasterMk cId="3676200875" sldId="2147483648"/>
              <pc:sldLayoutMk cId="1444357513" sldId="2147483649"/>
              <ac:spMk id="3" creationId="{00000000-0000-0000-0000-000000000000}"/>
            </ac:spMkLst>
          </pc:spChg>
          <pc:spChg chg="mod">
            <ac:chgData name="KEANE, Ruth (NHS ARDEN AND GREATER EAST MIDLANDS COMMISSIONING SUPPORT UNIT)" userId="864e1a6a-91f5-4fd3-93f1-22e6b2664edd" providerId="ADAL" clId="{24F8CA3B-86E1-4B0B-8669-9A9C594A9DEB}" dt="2024-04-25T17:19:37.521" v="28" actId="2711"/>
            <ac:spMkLst>
              <pc:docMk/>
              <pc:sldMasterMk cId="3676200875" sldId="2147483648"/>
              <pc:sldLayoutMk cId="1444357513" sldId="2147483649"/>
              <ac:spMk id="4" creationId="{00000000-0000-0000-0000-000000000000}"/>
            </ac:spMkLst>
          </pc:spChg>
          <pc:spChg chg="mod">
            <ac:chgData name="KEANE, Ruth (NHS ARDEN AND GREATER EAST MIDLANDS COMMISSIONING SUPPORT UNIT)" userId="864e1a6a-91f5-4fd3-93f1-22e6b2664edd" providerId="ADAL" clId="{24F8CA3B-86E1-4B0B-8669-9A9C594A9DEB}" dt="2024-04-25T17:19:37.521" v="28" actId="2711"/>
            <ac:spMkLst>
              <pc:docMk/>
              <pc:sldMasterMk cId="3676200875" sldId="2147483648"/>
              <pc:sldLayoutMk cId="1444357513" sldId="2147483649"/>
              <ac:spMk id="5" creationId="{00000000-0000-0000-0000-000000000000}"/>
            </ac:spMkLst>
          </pc:spChg>
          <pc:spChg chg="mod">
            <ac:chgData name="KEANE, Ruth (NHS ARDEN AND GREATER EAST MIDLANDS COMMISSIONING SUPPORT UNIT)" userId="864e1a6a-91f5-4fd3-93f1-22e6b2664edd" providerId="ADAL" clId="{24F8CA3B-86E1-4B0B-8669-9A9C594A9DEB}" dt="2024-04-25T17:19:37.521" v="28" actId="2711"/>
            <ac:spMkLst>
              <pc:docMk/>
              <pc:sldMasterMk cId="3676200875" sldId="2147483648"/>
              <pc:sldLayoutMk cId="1444357513" sldId="2147483649"/>
              <ac:spMk id="6" creationId="{00000000-0000-0000-0000-000000000000}"/>
            </ac:spMkLst>
          </pc:spChg>
          <pc:spChg chg="add mod ord">
            <ac:chgData name="KEANE, Ruth (NHS ARDEN AND GREATER EAST MIDLANDS COMMISSIONING SUPPORT UNIT)" userId="864e1a6a-91f5-4fd3-93f1-22e6b2664edd" providerId="ADAL" clId="{24F8CA3B-86E1-4B0B-8669-9A9C594A9DEB}" dt="2024-04-25T17:19:58.313" v="33" actId="1076"/>
            <ac:spMkLst>
              <pc:docMk/>
              <pc:sldMasterMk cId="3676200875" sldId="2147483648"/>
              <pc:sldLayoutMk cId="1444357513" sldId="2147483649"/>
              <ac:spMk id="11" creationId="{C19A4ED8-DC1B-5B82-FCFB-017F083255DC}"/>
            </ac:spMkLst>
          </pc:spChg>
          <pc:picChg chg="add mod ord">
            <ac:chgData name="KEANE, Ruth (NHS ARDEN AND GREATER EAST MIDLANDS COMMISSIONING SUPPORT UNIT)" userId="864e1a6a-91f5-4fd3-93f1-22e6b2664edd" providerId="ADAL" clId="{24F8CA3B-86E1-4B0B-8669-9A9C594A9DEB}" dt="2024-04-25T17:17:11.049" v="14" actId="1076"/>
            <ac:picMkLst>
              <pc:docMk/>
              <pc:sldMasterMk cId="3676200875" sldId="2147483648"/>
              <pc:sldLayoutMk cId="1444357513" sldId="2147483649"/>
              <ac:picMk id="7" creationId="{1F3B36E0-BED7-D20A-4997-AB82F5D5C5D7}"/>
            </ac:picMkLst>
          </pc:picChg>
          <pc:picChg chg="add mod">
            <ac:chgData name="KEANE, Ruth (NHS ARDEN AND GREATER EAST MIDLANDS COMMISSIONING SUPPORT UNIT)" userId="864e1a6a-91f5-4fd3-93f1-22e6b2664edd" providerId="ADAL" clId="{24F8CA3B-86E1-4B0B-8669-9A9C594A9DEB}" dt="2024-04-25T17:19:37.521" v="28" actId="2711"/>
            <ac:picMkLst>
              <pc:docMk/>
              <pc:sldMasterMk cId="3676200875" sldId="2147483648"/>
              <pc:sldLayoutMk cId="1444357513" sldId="2147483649"/>
              <ac:picMk id="8" creationId="{EA239C5F-8F86-F00F-234E-475A2FB82C58}"/>
            </ac:picMkLst>
          </pc:picChg>
          <pc:picChg chg="add del mod">
            <ac:chgData name="KEANE, Ruth (NHS ARDEN AND GREATER EAST MIDLANDS COMMISSIONING SUPPORT UNIT)" userId="864e1a6a-91f5-4fd3-93f1-22e6b2664edd" providerId="ADAL" clId="{24F8CA3B-86E1-4B0B-8669-9A9C594A9DEB}" dt="2024-04-25T17:16:17.655" v="5"/>
            <ac:picMkLst>
              <pc:docMk/>
              <pc:sldMasterMk cId="3676200875" sldId="2147483648"/>
              <pc:sldLayoutMk cId="1444357513" sldId="2147483649"/>
              <ac:picMk id="9" creationId="{DA068638-EEBC-9CD7-702B-F2106A247757}"/>
            </ac:picMkLst>
          </pc:picChg>
          <pc:picChg chg="add del mod">
            <ac:chgData name="KEANE, Ruth (NHS ARDEN AND GREATER EAST MIDLANDS COMMISSIONING SUPPORT UNIT)" userId="864e1a6a-91f5-4fd3-93f1-22e6b2664edd" providerId="ADAL" clId="{24F8CA3B-86E1-4B0B-8669-9A9C594A9DEB}" dt="2024-04-25T17:16:17.655" v="5"/>
            <ac:picMkLst>
              <pc:docMk/>
              <pc:sldMasterMk cId="3676200875" sldId="2147483648"/>
              <pc:sldLayoutMk cId="1444357513" sldId="2147483649"/>
              <ac:picMk id="10" creationId="{42518DA1-082D-1590-5F00-42443A825FC0}"/>
            </ac:picMkLst>
          </pc:picChg>
        </pc:sldLayoutChg>
        <pc:sldLayoutChg chg="addSp delSp modSp mod">
          <pc:chgData name="KEANE, Ruth (NHS ARDEN AND GREATER EAST MIDLANDS COMMISSIONING SUPPORT UNIT)" userId="864e1a6a-91f5-4fd3-93f1-22e6b2664edd" providerId="ADAL" clId="{24F8CA3B-86E1-4B0B-8669-9A9C594A9DEB}" dt="2024-04-25T17:23:17.688" v="72"/>
          <pc:sldLayoutMkLst>
            <pc:docMk/>
            <pc:sldMasterMk cId="3676200875" sldId="2147483648"/>
            <pc:sldLayoutMk cId="338346009" sldId="2147483650"/>
          </pc:sldLayoutMkLst>
          <pc:spChg chg="add del mod ord">
            <ac:chgData name="KEANE, Ruth (NHS ARDEN AND GREATER EAST MIDLANDS COMMISSIONING SUPPORT UNIT)" userId="864e1a6a-91f5-4fd3-93f1-22e6b2664edd" providerId="ADAL" clId="{24F8CA3B-86E1-4B0B-8669-9A9C594A9DEB}" dt="2024-04-25T17:23:17.688" v="72"/>
            <ac:spMkLst>
              <pc:docMk/>
              <pc:sldMasterMk cId="3676200875" sldId="2147483648"/>
              <pc:sldLayoutMk cId="338346009" sldId="2147483650"/>
              <ac:spMk id="17" creationId="{925D40B1-217A-FAF1-FB63-F58BA972A351}"/>
            </ac:spMkLst>
          </pc:spChg>
          <pc:picChg chg="add del mod">
            <ac:chgData name="KEANE, Ruth (NHS ARDEN AND GREATER EAST MIDLANDS COMMISSIONING SUPPORT UNIT)" userId="864e1a6a-91f5-4fd3-93f1-22e6b2664edd" providerId="ADAL" clId="{24F8CA3B-86E1-4B0B-8669-9A9C594A9DEB}" dt="2024-04-25T17:20:46.343" v="38"/>
            <ac:picMkLst>
              <pc:docMk/>
              <pc:sldMasterMk cId="3676200875" sldId="2147483648"/>
              <pc:sldLayoutMk cId="338346009" sldId="2147483650"/>
              <ac:picMk id="8" creationId="{AD9997D4-F828-75BE-9366-55C2870CA8F0}"/>
            </ac:picMkLst>
          </pc:picChg>
          <pc:picChg chg="add del mod">
            <ac:chgData name="KEANE, Ruth (NHS ARDEN AND GREATER EAST MIDLANDS COMMISSIONING SUPPORT UNIT)" userId="864e1a6a-91f5-4fd3-93f1-22e6b2664edd" providerId="ADAL" clId="{24F8CA3B-86E1-4B0B-8669-9A9C594A9DEB}" dt="2024-04-25T17:21:01.550" v="42" actId="478"/>
            <ac:picMkLst>
              <pc:docMk/>
              <pc:sldMasterMk cId="3676200875" sldId="2147483648"/>
              <pc:sldLayoutMk cId="338346009" sldId="2147483650"/>
              <ac:picMk id="10" creationId="{297849CC-53EA-B836-9D11-E2386D5311A9}"/>
            </ac:picMkLst>
          </pc:picChg>
          <pc:picChg chg="add mod">
            <ac:chgData name="KEANE, Ruth (NHS ARDEN AND GREATER EAST MIDLANDS COMMISSIONING SUPPORT UNIT)" userId="864e1a6a-91f5-4fd3-93f1-22e6b2664edd" providerId="ADAL" clId="{24F8CA3B-86E1-4B0B-8669-9A9C594A9DEB}" dt="2024-04-25T17:21:32.274" v="55" actId="1076"/>
            <ac:picMkLst>
              <pc:docMk/>
              <pc:sldMasterMk cId="3676200875" sldId="2147483648"/>
              <pc:sldLayoutMk cId="338346009" sldId="2147483650"/>
              <ac:picMk id="14" creationId="{ECBAC678-CB24-F597-5414-2AEA9BD834AF}"/>
            </ac:picMkLst>
          </pc:picChg>
          <pc:picChg chg="add mod">
            <ac:chgData name="KEANE, Ruth (NHS ARDEN AND GREATER EAST MIDLANDS COMMISSIONING SUPPORT UNIT)" userId="864e1a6a-91f5-4fd3-93f1-22e6b2664edd" providerId="ADAL" clId="{24F8CA3B-86E1-4B0B-8669-9A9C594A9DEB}" dt="2024-04-25T17:22:22.595" v="57" actId="571"/>
            <ac:picMkLst>
              <pc:docMk/>
              <pc:sldMasterMk cId="3676200875" sldId="2147483648"/>
              <pc:sldLayoutMk cId="338346009" sldId="2147483650"/>
              <ac:picMk id="16" creationId="{78F51BDD-F4C4-D256-9EF2-F5B7AEAF8ACF}"/>
            </ac:picMkLst>
          </pc:picChg>
          <pc:cxnChg chg="add del mod">
            <ac:chgData name="KEANE, Ruth (NHS ARDEN AND GREATER EAST MIDLANDS COMMISSIONING SUPPORT UNIT)" userId="864e1a6a-91f5-4fd3-93f1-22e6b2664edd" providerId="ADAL" clId="{24F8CA3B-86E1-4B0B-8669-9A9C594A9DEB}" dt="2024-04-25T17:20:46.343" v="38"/>
            <ac:cxnSpMkLst>
              <pc:docMk/>
              <pc:sldMasterMk cId="3676200875" sldId="2147483648"/>
              <pc:sldLayoutMk cId="338346009" sldId="2147483650"/>
              <ac:cxnSpMk id="7" creationId="{708A823F-EC24-8079-98EA-106ED8404638}"/>
            </ac:cxnSpMkLst>
          </pc:cxnChg>
          <pc:cxnChg chg="add del mod">
            <ac:chgData name="KEANE, Ruth (NHS ARDEN AND GREATER EAST MIDLANDS COMMISSIONING SUPPORT UNIT)" userId="864e1a6a-91f5-4fd3-93f1-22e6b2664edd" providerId="ADAL" clId="{24F8CA3B-86E1-4B0B-8669-9A9C594A9DEB}" dt="2024-04-25T17:21:01.550" v="42" actId="478"/>
            <ac:cxnSpMkLst>
              <pc:docMk/>
              <pc:sldMasterMk cId="3676200875" sldId="2147483648"/>
              <pc:sldLayoutMk cId="338346009" sldId="2147483650"/>
              <ac:cxnSpMk id="9" creationId="{F55F0F69-7D35-A465-CB80-31E25A90F3FB}"/>
            </ac:cxnSpMkLst>
          </pc:cxnChg>
          <pc:cxnChg chg="add mod">
            <ac:chgData name="KEANE, Ruth (NHS ARDEN AND GREATER EAST MIDLANDS COMMISSIONING SUPPORT UNIT)" userId="864e1a6a-91f5-4fd3-93f1-22e6b2664edd" providerId="ADAL" clId="{24F8CA3B-86E1-4B0B-8669-9A9C594A9DEB}" dt="2024-04-25T17:22:13.907" v="56" actId="208"/>
            <ac:cxnSpMkLst>
              <pc:docMk/>
              <pc:sldMasterMk cId="3676200875" sldId="2147483648"/>
              <pc:sldLayoutMk cId="338346009" sldId="2147483650"/>
              <ac:cxnSpMk id="11" creationId="{6A1F2433-8CD5-1879-583C-4B0289D844D9}"/>
            </ac:cxnSpMkLst>
          </pc:cxnChg>
          <pc:cxnChg chg="add mod">
            <ac:chgData name="KEANE, Ruth (NHS ARDEN AND GREATER EAST MIDLANDS COMMISSIONING SUPPORT UNIT)" userId="864e1a6a-91f5-4fd3-93f1-22e6b2664edd" providerId="ADAL" clId="{24F8CA3B-86E1-4B0B-8669-9A9C594A9DEB}" dt="2024-04-25T17:22:22.595" v="57" actId="571"/>
            <ac:cxnSpMkLst>
              <pc:docMk/>
              <pc:sldMasterMk cId="3676200875" sldId="2147483648"/>
              <pc:sldLayoutMk cId="338346009" sldId="2147483650"/>
              <ac:cxnSpMk id="15" creationId="{79ABF6BE-CDBB-0A0B-2E6A-F76D626381D6}"/>
            </ac:cxnSpMkLst>
          </pc:cxnChg>
        </pc:sldLayoutChg>
        <pc:sldLayoutChg chg="addSp modSp mod">
          <pc:chgData name="KEANE, Ruth (NHS ARDEN AND GREATER EAST MIDLANDS COMMISSIONING SUPPORT UNIT)" userId="864e1a6a-91f5-4fd3-93f1-22e6b2664edd" providerId="ADAL" clId="{24F8CA3B-86E1-4B0B-8669-9A9C594A9DEB}" dt="2024-04-25T17:23:32.801" v="76" actId="1076"/>
          <pc:sldLayoutMkLst>
            <pc:docMk/>
            <pc:sldMasterMk cId="3676200875" sldId="2147483648"/>
            <pc:sldLayoutMk cId="1073069076" sldId="2147483651"/>
          </pc:sldLayoutMkLst>
          <pc:spChg chg="mod">
            <ac:chgData name="KEANE, Ruth (NHS ARDEN AND GREATER EAST MIDLANDS COMMISSIONING SUPPORT UNIT)" userId="864e1a6a-91f5-4fd3-93f1-22e6b2664edd" providerId="ADAL" clId="{24F8CA3B-86E1-4B0B-8669-9A9C594A9DEB}" dt="2024-04-25T17:23:30.273" v="75" actId="1076"/>
            <ac:spMkLst>
              <pc:docMk/>
              <pc:sldMasterMk cId="3676200875" sldId="2147483648"/>
              <pc:sldLayoutMk cId="1073069076" sldId="2147483651"/>
              <ac:spMk id="2" creationId="{00000000-0000-0000-0000-000000000000}"/>
            </ac:spMkLst>
          </pc:spChg>
          <pc:spChg chg="mod">
            <ac:chgData name="KEANE, Ruth (NHS ARDEN AND GREATER EAST MIDLANDS COMMISSIONING SUPPORT UNIT)" userId="864e1a6a-91f5-4fd3-93f1-22e6b2664edd" providerId="ADAL" clId="{24F8CA3B-86E1-4B0B-8669-9A9C594A9DEB}" dt="2024-04-25T17:23:32.801" v="76" actId="1076"/>
            <ac:spMkLst>
              <pc:docMk/>
              <pc:sldMasterMk cId="3676200875" sldId="2147483648"/>
              <pc:sldLayoutMk cId="1073069076" sldId="2147483651"/>
              <ac:spMk id="3" creationId="{00000000-0000-0000-0000-000000000000}"/>
            </ac:spMkLst>
          </pc:spChg>
          <pc:spChg chg="add mod ord">
            <ac:chgData name="KEANE, Ruth (NHS ARDEN AND GREATER EAST MIDLANDS COMMISSIONING SUPPORT UNIT)" userId="864e1a6a-91f5-4fd3-93f1-22e6b2664edd" providerId="ADAL" clId="{24F8CA3B-86E1-4B0B-8669-9A9C594A9DEB}" dt="2024-04-25T17:23:21.559" v="74" actId="167"/>
            <ac:spMkLst>
              <pc:docMk/>
              <pc:sldMasterMk cId="3676200875" sldId="2147483648"/>
              <pc:sldLayoutMk cId="1073069076" sldId="2147483651"/>
              <ac:spMk id="7" creationId="{26723C22-B06C-B8C6-3C6F-70C9A069DC5A}"/>
            </ac:spMkLst>
          </pc:spChg>
        </pc:sldLayoutChg>
        <pc:sldLayoutChg chg="addSp modSp">
          <pc:chgData name="KEANE, Ruth (NHS ARDEN AND GREATER EAST MIDLANDS COMMISSIONING SUPPORT UNIT)" userId="864e1a6a-91f5-4fd3-93f1-22e6b2664edd" providerId="ADAL" clId="{24F8CA3B-86E1-4B0B-8669-9A9C594A9DEB}" dt="2024-04-25T17:22:34.687" v="58"/>
          <pc:sldLayoutMkLst>
            <pc:docMk/>
            <pc:sldMasterMk cId="3676200875" sldId="2147483648"/>
            <pc:sldLayoutMk cId="2619886245" sldId="2147483652"/>
          </pc:sldLayoutMkLst>
          <pc:picChg chg="add mod">
            <ac:chgData name="KEANE, Ruth (NHS ARDEN AND GREATER EAST MIDLANDS COMMISSIONING SUPPORT UNIT)" userId="864e1a6a-91f5-4fd3-93f1-22e6b2664edd" providerId="ADAL" clId="{24F8CA3B-86E1-4B0B-8669-9A9C594A9DEB}" dt="2024-04-25T17:22:34.687" v="58"/>
            <ac:picMkLst>
              <pc:docMk/>
              <pc:sldMasterMk cId="3676200875" sldId="2147483648"/>
              <pc:sldLayoutMk cId="2619886245" sldId="2147483652"/>
              <ac:picMk id="9" creationId="{D3E6538A-5A01-4900-12A5-B97F0B609790}"/>
            </ac:picMkLst>
          </pc:picChg>
          <pc:cxnChg chg="add mod">
            <ac:chgData name="KEANE, Ruth (NHS ARDEN AND GREATER EAST MIDLANDS COMMISSIONING SUPPORT UNIT)" userId="864e1a6a-91f5-4fd3-93f1-22e6b2664edd" providerId="ADAL" clId="{24F8CA3B-86E1-4B0B-8669-9A9C594A9DEB}" dt="2024-04-25T17:22:34.687" v="58"/>
            <ac:cxnSpMkLst>
              <pc:docMk/>
              <pc:sldMasterMk cId="3676200875" sldId="2147483648"/>
              <pc:sldLayoutMk cId="2619886245" sldId="2147483652"/>
              <ac:cxnSpMk id="8" creationId="{EB106233-E23C-4881-90B7-9517F9EB3BB3}"/>
            </ac:cxnSpMkLst>
          </pc:cxnChg>
        </pc:sldLayoutChg>
        <pc:sldLayoutChg chg="addSp delSp modSp mod">
          <pc:chgData name="KEANE, Ruth (NHS ARDEN AND GREATER EAST MIDLANDS COMMISSIONING SUPPORT UNIT)" userId="864e1a6a-91f5-4fd3-93f1-22e6b2664edd" providerId="ADAL" clId="{24F8CA3B-86E1-4B0B-8669-9A9C594A9DEB}" dt="2024-04-25T17:22:39.117" v="62"/>
          <pc:sldLayoutMkLst>
            <pc:docMk/>
            <pc:sldMasterMk cId="3676200875" sldId="2147483648"/>
            <pc:sldLayoutMk cId="2535793967" sldId="2147483653"/>
          </pc:sldLayoutMkLst>
          <pc:picChg chg="add del mod">
            <ac:chgData name="KEANE, Ruth (NHS ARDEN AND GREATER EAST MIDLANDS COMMISSIONING SUPPORT UNIT)" userId="864e1a6a-91f5-4fd3-93f1-22e6b2664edd" providerId="ADAL" clId="{24F8CA3B-86E1-4B0B-8669-9A9C594A9DEB}" dt="2024-04-25T17:22:37.956" v="61" actId="21"/>
            <ac:picMkLst>
              <pc:docMk/>
              <pc:sldMasterMk cId="3676200875" sldId="2147483648"/>
              <pc:sldLayoutMk cId="2535793967" sldId="2147483653"/>
              <ac:picMk id="11" creationId="{82F4C3B7-8A88-7165-86EF-ECCF53ED8770}"/>
            </ac:picMkLst>
          </pc:picChg>
          <pc:picChg chg="add mod">
            <ac:chgData name="KEANE, Ruth (NHS ARDEN AND GREATER EAST MIDLANDS COMMISSIONING SUPPORT UNIT)" userId="864e1a6a-91f5-4fd3-93f1-22e6b2664edd" providerId="ADAL" clId="{24F8CA3B-86E1-4B0B-8669-9A9C594A9DEB}" dt="2024-04-25T17:22:39.117" v="62"/>
            <ac:picMkLst>
              <pc:docMk/>
              <pc:sldMasterMk cId="3676200875" sldId="2147483648"/>
              <pc:sldLayoutMk cId="2535793967" sldId="2147483653"/>
              <ac:picMk id="13" creationId="{41BE8BF6-1FD7-F0D0-B288-04816F3BEF32}"/>
            </ac:picMkLst>
          </pc:picChg>
          <pc:cxnChg chg="add del mod">
            <ac:chgData name="KEANE, Ruth (NHS ARDEN AND GREATER EAST MIDLANDS COMMISSIONING SUPPORT UNIT)" userId="864e1a6a-91f5-4fd3-93f1-22e6b2664edd" providerId="ADAL" clId="{24F8CA3B-86E1-4B0B-8669-9A9C594A9DEB}" dt="2024-04-25T17:22:37.956" v="61" actId="21"/>
            <ac:cxnSpMkLst>
              <pc:docMk/>
              <pc:sldMasterMk cId="3676200875" sldId="2147483648"/>
              <pc:sldLayoutMk cId="2535793967" sldId="2147483653"/>
              <ac:cxnSpMk id="10" creationId="{16DFF3C6-95DE-1C6D-F4FB-63CE58829AC7}"/>
            </ac:cxnSpMkLst>
          </pc:cxnChg>
          <pc:cxnChg chg="add mod">
            <ac:chgData name="KEANE, Ruth (NHS ARDEN AND GREATER EAST MIDLANDS COMMISSIONING SUPPORT UNIT)" userId="864e1a6a-91f5-4fd3-93f1-22e6b2664edd" providerId="ADAL" clId="{24F8CA3B-86E1-4B0B-8669-9A9C594A9DEB}" dt="2024-04-25T17:22:39.117" v="62"/>
            <ac:cxnSpMkLst>
              <pc:docMk/>
              <pc:sldMasterMk cId="3676200875" sldId="2147483648"/>
              <pc:sldLayoutMk cId="2535793967" sldId="2147483653"/>
              <ac:cxnSpMk id="12" creationId="{FF271542-FE16-B3E0-848B-0A4D8B153F01}"/>
            </ac:cxnSpMkLst>
          </pc:cxnChg>
        </pc:sldLayoutChg>
        <pc:sldLayoutChg chg="addSp modSp">
          <pc:chgData name="KEANE, Ruth (NHS ARDEN AND GREATER EAST MIDLANDS COMMISSIONING SUPPORT UNIT)" userId="864e1a6a-91f5-4fd3-93f1-22e6b2664edd" providerId="ADAL" clId="{24F8CA3B-86E1-4B0B-8669-9A9C594A9DEB}" dt="2024-04-25T17:22:42.785" v="63"/>
          <pc:sldLayoutMkLst>
            <pc:docMk/>
            <pc:sldMasterMk cId="3676200875" sldId="2147483648"/>
            <pc:sldLayoutMk cId="3472721253" sldId="2147483654"/>
          </pc:sldLayoutMkLst>
          <pc:picChg chg="add mod">
            <ac:chgData name="KEANE, Ruth (NHS ARDEN AND GREATER EAST MIDLANDS COMMISSIONING SUPPORT UNIT)" userId="864e1a6a-91f5-4fd3-93f1-22e6b2664edd" providerId="ADAL" clId="{24F8CA3B-86E1-4B0B-8669-9A9C594A9DEB}" dt="2024-04-25T17:22:42.785" v="63"/>
            <ac:picMkLst>
              <pc:docMk/>
              <pc:sldMasterMk cId="3676200875" sldId="2147483648"/>
              <pc:sldLayoutMk cId="3472721253" sldId="2147483654"/>
              <ac:picMk id="7" creationId="{045E98EA-90BC-1F50-7568-0B9F4DC368B0}"/>
            </ac:picMkLst>
          </pc:picChg>
          <pc:cxnChg chg="add mod">
            <ac:chgData name="KEANE, Ruth (NHS ARDEN AND GREATER EAST MIDLANDS COMMISSIONING SUPPORT UNIT)" userId="864e1a6a-91f5-4fd3-93f1-22e6b2664edd" providerId="ADAL" clId="{24F8CA3B-86E1-4B0B-8669-9A9C594A9DEB}" dt="2024-04-25T17:22:42.785" v="63"/>
            <ac:cxnSpMkLst>
              <pc:docMk/>
              <pc:sldMasterMk cId="3676200875" sldId="2147483648"/>
              <pc:sldLayoutMk cId="3472721253" sldId="2147483654"/>
              <ac:cxnSpMk id="6" creationId="{BA4A5B8F-569D-5C4A-748D-B473D19772F9}"/>
            </ac:cxnSpMkLst>
          </pc:cxnChg>
        </pc:sldLayoutChg>
        <pc:sldLayoutChg chg="addSp modSp">
          <pc:chgData name="KEANE, Ruth (NHS ARDEN AND GREATER EAST MIDLANDS COMMISSIONING SUPPORT UNIT)" userId="864e1a6a-91f5-4fd3-93f1-22e6b2664edd" providerId="ADAL" clId="{24F8CA3B-86E1-4B0B-8669-9A9C594A9DEB}" dt="2024-04-25T17:22:43.809" v="64"/>
          <pc:sldLayoutMkLst>
            <pc:docMk/>
            <pc:sldMasterMk cId="3676200875" sldId="2147483648"/>
            <pc:sldLayoutMk cId="2130901097" sldId="2147483655"/>
          </pc:sldLayoutMkLst>
          <pc:picChg chg="add mod">
            <ac:chgData name="KEANE, Ruth (NHS ARDEN AND GREATER EAST MIDLANDS COMMISSIONING SUPPORT UNIT)" userId="864e1a6a-91f5-4fd3-93f1-22e6b2664edd" providerId="ADAL" clId="{24F8CA3B-86E1-4B0B-8669-9A9C594A9DEB}" dt="2024-04-25T17:22:43.809" v="64"/>
            <ac:picMkLst>
              <pc:docMk/>
              <pc:sldMasterMk cId="3676200875" sldId="2147483648"/>
              <pc:sldLayoutMk cId="2130901097" sldId="2147483655"/>
              <ac:picMk id="6" creationId="{14833E00-1B77-1D7A-5897-FAD2F6851450}"/>
            </ac:picMkLst>
          </pc:picChg>
          <pc:cxnChg chg="add mod">
            <ac:chgData name="KEANE, Ruth (NHS ARDEN AND GREATER EAST MIDLANDS COMMISSIONING SUPPORT UNIT)" userId="864e1a6a-91f5-4fd3-93f1-22e6b2664edd" providerId="ADAL" clId="{24F8CA3B-86E1-4B0B-8669-9A9C594A9DEB}" dt="2024-04-25T17:22:43.809" v="64"/>
            <ac:cxnSpMkLst>
              <pc:docMk/>
              <pc:sldMasterMk cId="3676200875" sldId="2147483648"/>
              <pc:sldLayoutMk cId="2130901097" sldId="2147483655"/>
              <ac:cxnSpMk id="5" creationId="{A5DDBC6D-0744-3682-4955-4EC1D57EA3F8}"/>
            </ac:cxnSpMkLst>
          </pc:cxnChg>
        </pc:sldLayoutChg>
        <pc:sldLayoutChg chg="addSp modSp">
          <pc:chgData name="KEANE, Ruth (NHS ARDEN AND GREATER EAST MIDLANDS COMMISSIONING SUPPORT UNIT)" userId="864e1a6a-91f5-4fd3-93f1-22e6b2664edd" providerId="ADAL" clId="{24F8CA3B-86E1-4B0B-8669-9A9C594A9DEB}" dt="2024-04-25T17:22:44.680" v="65"/>
          <pc:sldLayoutMkLst>
            <pc:docMk/>
            <pc:sldMasterMk cId="3676200875" sldId="2147483648"/>
            <pc:sldLayoutMk cId="3540895647" sldId="2147483656"/>
          </pc:sldLayoutMkLst>
          <pc:picChg chg="add mod">
            <ac:chgData name="KEANE, Ruth (NHS ARDEN AND GREATER EAST MIDLANDS COMMISSIONING SUPPORT UNIT)" userId="864e1a6a-91f5-4fd3-93f1-22e6b2664edd" providerId="ADAL" clId="{24F8CA3B-86E1-4B0B-8669-9A9C594A9DEB}" dt="2024-04-25T17:22:44.680" v="65"/>
            <ac:picMkLst>
              <pc:docMk/>
              <pc:sldMasterMk cId="3676200875" sldId="2147483648"/>
              <pc:sldLayoutMk cId="3540895647" sldId="2147483656"/>
              <ac:picMk id="9" creationId="{C1DBD5B9-0BB3-8225-12B7-0ED526631E6D}"/>
            </ac:picMkLst>
          </pc:picChg>
          <pc:cxnChg chg="add mod">
            <ac:chgData name="KEANE, Ruth (NHS ARDEN AND GREATER EAST MIDLANDS COMMISSIONING SUPPORT UNIT)" userId="864e1a6a-91f5-4fd3-93f1-22e6b2664edd" providerId="ADAL" clId="{24F8CA3B-86E1-4B0B-8669-9A9C594A9DEB}" dt="2024-04-25T17:22:44.680" v="65"/>
            <ac:cxnSpMkLst>
              <pc:docMk/>
              <pc:sldMasterMk cId="3676200875" sldId="2147483648"/>
              <pc:sldLayoutMk cId="3540895647" sldId="2147483656"/>
              <ac:cxnSpMk id="8" creationId="{6DA48993-A9CF-86EC-6020-1C4D1A92BC60}"/>
            </ac:cxnSpMkLst>
          </pc:cxnChg>
        </pc:sldLayoutChg>
        <pc:sldLayoutChg chg="addSp modSp">
          <pc:chgData name="KEANE, Ruth (NHS ARDEN AND GREATER EAST MIDLANDS COMMISSIONING SUPPORT UNIT)" userId="864e1a6a-91f5-4fd3-93f1-22e6b2664edd" providerId="ADAL" clId="{24F8CA3B-86E1-4B0B-8669-9A9C594A9DEB}" dt="2024-04-25T17:22:45.954" v="66"/>
          <pc:sldLayoutMkLst>
            <pc:docMk/>
            <pc:sldMasterMk cId="3676200875" sldId="2147483648"/>
            <pc:sldLayoutMk cId="3566899855" sldId="2147483657"/>
          </pc:sldLayoutMkLst>
          <pc:picChg chg="add mod">
            <ac:chgData name="KEANE, Ruth (NHS ARDEN AND GREATER EAST MIDLANDS COMMISSIONING SUPPORT UNIT)" userId="864e1a6a-91f5-4fd3-93f1-22e6b2664edd" providerId="ADAL" clId="{24F8CA3B-86E1-4B0B-8669-9A9C594A9DEB}" dt="2024-04-25T17:22:45.954" v="66"/>
            <ac:picMkLst>
              <pc:docMk/>
              <pc:sldMasterMk cId="3676200875" sldId="2147483648"/>
              <pc:sldLayoutMk cId="3566899855" sldId="2147483657"/>
              <ac:picMk id="9" creationId="{43AC7EEF-9996-FE53-D504-B9556444F587}"/>
            </ac:picMkLst>
          </pc:picChg>
          <pc:cxnChg chg="add mod">
            <ac:chgData name="KEANE, Ruth (NHS ARDEN AND GREATER EAST MIDLANDS COMMISSIONING SUPPORT UNIT)" userId="864e1a6a-91f5-4fd3-93f1-22e6b2664edd" providerId="ADAL" clId="{24F8CA3B-86E1-4B0B-8669-9A9C594A9DEB}" dt="2024-04-25T17:22:45.954" v="66"/>
            <ac:cxnSpMkLst>
              <pc:docMk/>
              <pc:sldMasterMk cId="3676200875" sldId="2147483648"/>
              <pc:sldLayoutMk cId="3566899855" sldId="2147483657"/>
              <ac:cxnSpMk id="8" creationId="{6EBCB6C5-329C-C5F2-6C1F-A330B5195B61}"/>
            </ac:cxnSpMkLst>
          </pc:cxnChg>
        </pc:sldLayoutChg>
        <pc:sldLayoutChg chg="addSp modSp">
          <pc:chgData name="KEANE, Ruth (NHS ARDEN AND GREATER EAST MIDLANDS COMMISSIONING SUPPORT UNIT)" userId="864e1a6a-91f5-4fd3-93f1-22e6b2664edd" providerId="ADAL" clId="{24F8CA3B-86E1-4B0B-8669-9A9C594A9DEB}" dt="2024-04-25T17:22:47.363" v="67"/>
          <pc:sldLayoutMkLst>
            <pc:docMk/>
            <pc:sldMasterMk cId="3676200875" sldId="2147483648"/>
            <pc:sldLayoutMk cId="313914798" sldId="2147483658"/>
          </pc:sldLayoutMkLst>
          <pc:picChg chg="add mod">
            <ac:chgData name="KEANE, Ruth (NHS ARDEN AND GREATER EAST MIDLANDS COMMISSIONING SUPPORT UNIT)" userId="864e1a6a-91f5-4fd3-93f1-22e6b2664edd" providerId="ADAL" clId="{24F8CA3B-86E1-4B0B-8669-9A9C594A9DEB}" dt="2024-04-25T17:22:47.363" v="67"/>
            <ac:picMkLst>
              <pc:docMk/>
              <pc:sldMasterMk cId="3676200875" sldId="2147483648"/>
              <pc:sldLayoutMk cId="313914798" sldId="2147483658"/>
              <ac:picMk id="8" creationId="{A8570A29-D795-BEC5-B4B3-5AF2259FC301}"/>
            </ac:picMkLst>
          </pc:picChg>
          <pc:cxnChg chg="add mod">
            <ac:chgData name="KEANE, Ruth (NHS ARDEN AND GREATER EAST MIDLANDS COMMISSIONING SUPPORT UNIT)" userId="864e1a6a-91f5-4fd3-93f1-22e6b2664edd" providerId="ADAL" clId="{24F8CA3B-86E1-4B0B-8669-9A9C594A9DEB}" dt="2024-04-25T17:22:47.363" v="67"/>
            <ac:cxnSpMkLst>
              <pc:docMk/>
              <pc:sldMasterMk cId="3676200875" sldId="2147483648"/>
              <pc:sldLayoutMk cId="313914798" sldId="2147483658"/>
              <ac:cxnSpMk id="7" creationId="{0FD93E4F-8518-F18C-6975-C74CE8B8FDF2}"/>
            </ac:cxnSpMkLst>
          </pc:cxnChg>
        </pc:sldLayoutChg>
        <pc:sldLayoutChg chg="addSp modSp">
          <pc:chgData name="KEANE, Ruth (NHS ARDEN AND GREATER EAST MIDLANDS COMMISSIONING SUPPORT UNIT)" userId="864e1a6a-91f5-4fd3-93f1-22e6b2664edd" providerId="ADAL" clId="{24F8CA3B-86E1-4B0B-8669-9A9C594A9DEB}" dt="2024-04-25T17:22:48.792" v="68"/>
          <pc:sldLayoutMkLst>
            <pc:docMk/>
            <pc:sldMasterMk cId="3676200875" sldId="2147483648"/>
            <pc:sldLayoutMk cId="2581529045" sldId="2147483659"/>
          </pc:sldLayoutMkLst>
          <pc:picChg chg="add mod">
            <ac:chgData name="KEANE, Ruth (NHS ARDEN AND GREATER EAST MIDLANDS COMMISSIONING SUPPORT UNIT)" userId="864e1a6a-91f5-4fd3-93f1-22e6b2664edd" providerId="ADAL" clId="{24F8CA3B-86E1-4B0B-8669-9A9C594A9DEB}" dt="2024-04-25T17:22:48.792" v="68"/>
            <ac:picMkLst>
              <pc:docMk/>
              <pc:sldMasterMk cId="3676200875" sldId="2147483648"/>
              <pc:sldLayoutMk cId="2581529045" sldId="2147483659"/>
              <ac:picMk id="8" creationId="{69F41B8A-8E2F-19D9-5FE9-A296CB9B6CDA}"/>
            </ac:picMkLst>
          </pc:picChg>
          <pc:cxnChg chg="add mod">
            <ac:chgData name="KEANE, Ruth (NHS ARDEN AND GREATER EAST MIDLANDS COMMISSIONING SUPPORT UNIT)" userId="864e1a6a-91f5-4fd3-93f1-22e6b2664edd" providerId="ADAL" clId="{24F8CA3B-86E1-4B0B-8669-9A9C594A9DEB}" dt="2024-04-25T17:22:48.792" v="68"/>
            <ac:cxnSpMkLst>
              <pc:docMk/>
              <pc:sldMasterMk cId="3676200875" sldId="2147483648"/>
              <pc:sldLayoutMk cId="2581529045" sldId="2147483659"/>
              <ac:cxnSpMk id="7" creationId="{A06AF471-D04C-E304-76AF-57D4425CF7F8}"/>
            </ac:cxnSpMkLst>
          </pc:cxnChg>
        </pc:sldLayoutChg>
      </pc:sldMasterChg>
    </pc:docChg>
  </pc:docChgLst>
  <pc:docChgLst>
    <pc:chgData name="KEANE, Ruth (NHS ARDEN AND GREATER EAST MIDLANDS COMMISSIONING SUPPORT UNIT)" userId="864e1a6a-91f5-4fd3-93f1-22e6b2664edd" providerId="ADAL" clId="{EB48CAD1-69F9-4960-AA93-D3AFEC0F4A94}"/>
    <pc:docChg chg="undo custSel modMainMaster">
      <pc:chgData name="KEANE, Ruth (NHS ARDEN AND GREATER EAST MIDLANDS COMMISSIONING SUPPORT UNIT)" userId="864e1a6a-91f5-4fd3-93f1-22e6b2664edd" providerId="ADAL" clId="{EB48CAD1-69F9-4960-AA93-D3AFEC0F4A94}" dt="2024-06-27T13:08:09.411" v="3" actId="1076"/>
      <pc:docMkLst>
        <pc:docMk/>
      </pc:docMkLst>
      <pc:sldMasterChg chg="modSldLayout">
        <pc:chgData name="KEANE, Ruth (NHS ARDEN AND GREATER EAST MIDLANDS COMMISSIONING SUPPORT UNIT)" userId="864e1a6a-91f5-4fd3-93f1-22e6b2664edd" providerId="ADAL" clId="{EB48CAD1-69F9-4960-AA93-D3AFEC0F4A94}" dt="2024-06-27T13:08:09.411" v="3" actId="1076"/>
        <pc:sldMasterMkLst>
          <pc:docMk/>
          <pc:sldMasterMk cId="3676200875" sldId="2147483648"/>
        </pc:sldMasterMkLst>
        <pc:sldLayoutChg chg="modSp mod">
          <pc:chgData name="KEANE, Ruth (NHS ARDEN AND GREATER EAST MIDLANDS COMMISSIONING SUPPORT UNIT)" userId="864e1a6a-91f5-4fd3-93f1-22e6b2664edd" providerId="ADAL" clId="{EB48CAD1-69F9-4960-AA93-D3AFEC0F4A94}" dt="2024-06-20T13:10:24.295" v="1" actId="14100"/>
          <pc:sldLayoutMkLst>
            <pc:docMk/>
            <pc:sldMasterMk cId="3676200875" sldId="2147483648"/>
            <pc:sldLayoutMk cId="338346009" sldId="2147483650"/>
          </pc:sldLayoutMkLst>
          <pc:spChg chg="mod">
            <ac:chgData name="KEANE, Ruth (NHS ARDEN AND GREATER EAST MIDLANDS COMMISSIONING SUPPORT UNIT)" userId="864e1a6a-91f5-4fd3-93f1-22e6b2664edd" providerId="ADAL" clId="{EB48CAD1-69F9-4960-AA93-D3AFEC0F4A94}" dt="2024-06-20T13:10:24.295" v="1" actId="14100"/>
            <ac:spMkLst>
              <pc:docMk/>
              <pc:sldMasterMk cId="3676200875" sldId="2147483648"/>
              <pc:sldLayoutMk cId="338346009" sldId="2147483650"/>
              <ac:spMk id="3" creationId="{00000000-0000-0000-0000-000000000000}"/>
            </ac:spMkLst>
          </pc:spChg>
        </pc:sldLayoutChg>
        <pc:sldLayoutChg chg="modSp mod">
          <pc:chgData name="KEANE, Ruth (NHS ARDEN AND GREATER EAST MIDLANDS COMMISSIONING SUPPORT UNIT)" userId="864e1a6a-91f5-4fd3-93f1-22e6b2664edd" providerId="ADAL" clId="{EB48CAD1-69F9-4960-AA93-D3AFEC0F4A94}" dt="2024-06-27T13:08:09.411" v="3" actId="1076"/>
          <pc:sldLayoutMkLst>
            <pc:docMk/>
            <pc:sldMasterMk cId="3676200875" sldId="2147483648"/>
            <pc:sldLayoutMk cId="2619886245" sldId="2147483652"/>
          </pc:sldLayoutMkLst>
          <pc:spChg chg="mod">
            <ac:chgData name="KEANE, Ruth (NHS ARDEN AND GREATER EAST MIDLANDS COMMISSIONING SUPPORT UNIT)" userId="864e1a6a-91f5-4fd3-93f1-22e6b2664edd" providerId="ADAL" clId="{EB48CAD1-69F9-4960-AA93-D3AFEC0F4A94}" dt="2024-06-27T13:08:09.411" v="3" actId="1076"/>
            <ac:spMkLst>
              <pc:docMk/>
              <pc:sldMasterMk cId="3676200875" sldId="2147483648"/>
              <pc:sldLayoutMk cId="2619886245" sldId="2147483652"/>
              <ac:spMk id="4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3C7589-BE4D-CE57-60B9-3FD828CC6D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0650E5-0AEC-5BED-AC22-A58CABDFC4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A1614-D8D7-475C-80BF-391585C94D4C}" type="datetimeFigureOut">
              <a:rPr lang="en-GB" smtClean="0"/>
              <a:t>31/10/2024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5D571C-8CFE-07FC-1777-864EEDF5A8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8D183A-5036-103C-6B46-217E0315F0F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9439B1-A911-4DAC-9042-CFB15BF1B4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37686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19A4ED8-DC1B-5B82-FCFB-017F083255DC}"/>
              </a:ext>
            </a:extLst>
          </p:cNvPr>
          <p:cNvSpPr/>
          <p:nvPr userDrawn="1"/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picture containing icon&#10;&#10;Description automatically generated">
            <a:extLst>
              <a:ext uri="{FF2B5EF4-FFF2-40B4-BE49-F238E27FC236}">
                <a16:creationId xmlns:a16="http://schemas.microsoft.com/office/drawing/2014/main" id="{1F3B36E0-BED7-D20A-4997-AB82F5D5C5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9125" y="-355419"/>
            <a:ext cx="8641350" cy="61115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3467100" cy="1102519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23022"/>
            <a:ext cx="4152900" cy="93164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EA239C5F-8F86-F00F-234E-475A2FB82C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72400" y="332659"/>
            <a:ext cx="865601" cy="70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151" y="830749"/>
            <a:ext cx="7639050" cy="4056198"/>
          </a:xfrm>
        </p:spPr>
        <p:txBody>
          <a:bodyPr>
            <a:normAutofit/>
          </a:bodyPr>
          <a:lstStyle>
            <a:lvl1pPr indent="-144000">
              <a:defRPr sz="1200"/>
            </a:lvl1pPr>
            <a:lvl2pPr indent="-144000">
              <a:defRPr sz="1200"/>
            </a:lvl2pPr>
            <a:lvl3pPr indent="-144000">
              <a:defRPr sz="1050"/>
            </a:lvl3pPr>
            <a:lvl4pPr indent="-144000">
              <a:defRPr sz="1000"/>
            </a:lvl4pPr>
            <a:lvl5pPr indent="-144000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1F2433-8CD5-1879-583C-4B0289D844D9}"/>
              </a:ext>
            </a:extLst>
          </p:cNvPr>
          <p:cNvCxnSpPr>
            <a:cxnSpLocks/>
          </p:cNvCxnSpPr>
          <p:nvPr userDrawn="1"/>
        </p:nvCxnSpPr>
        <p:spPr>
          <a:xfrm>
            <a:off x="173141" y="4900353"/>
            <a:ext cx="8921925" cy="0"/>
          </a:xfrm>
          <a:prstGeom prst="line">
            <a:avLst/>
          </a:prstGeom>
          <a:ln w="6350">
            <a:solidFill>
              <a:srgbClr val="7686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CBAC678-CB24-F597-5414-2AEA9BD834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6343820" y="75478"/>
            <a:ext cx="3064672" cy="1879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8F51BDD-F4C4-D256-9EF2-F5B7AEAF8A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6343820" y="62073"/>
            <a:ext cx="3064672" cy="1879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219016-9CFC-F9E6-BA40-EAD9495E68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300" y="176430"/>
            <a:ext cx="8909400" cy="594121"/>
          </a:xfr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DE783C50-9B77-EA8A-2629-125991C9F0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060972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082528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449" y="176430"/>
            <a:ext cx="9055099" cy="594121"/>
          </a:xfr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450" y="770551"/>
            <a:ext cx="9055100" cy="3210898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0" y="3981449"/>
            <a:ext cx="9055100" cy="1154271"/>
          </a:xfrm>
        </p:spPr>
        <p:txBody>
          <a:bodyPr>
            <a:normAutofit/>
          </a:bodyPr>
          <a:lstStyle>
            <a:lvl1pPr indent="-144000">
              <a:defRPr sz="900"/>
            </a:lvl1pPr>
            <a:lvl2pPr indent="-144000">
              <a:defRPr sz="800"/>
            </a:lvl2pPr>
            <a:lvl3pPr indent="-144000">
              <a:defRPr sz="700"/>
            </a:lvl3pPr>
            <a:lvl4pPr indent="-144000">
              <a:defRPr sz="600"/>
            </a:lvl4pPr>
            <a:lvl5pPr indent="-144000">
              <a:defRPr sz="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106233-E23C-4881-90B7-9517F9EB3BB3}"/>
              </a:ext>
            </a:extLst>
          </p:cNvPr>
          <p:cNvCxnSpPr>
            <a:cxnSpLocks/>
          </p:cNvCxnSpPr>
          <p:nvPr userDrawn="1"/>
        </p:nvCxnSpPr>
        <p:spPr>
          <a:xfrm>
            <a:off x="117300" y="4928274"/>
            <a:ext cx="8921925" cy="0"/>
          </a:xfrm>
          <a:prstGeom prst="line">
            <a:avLst/>
          </a:prstGeom>
          <a:ln w="6350">
            <a:solidFill>
              <a:srgbClr val="7686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3E6538A-5A01-4900-12A5-B97F0B6097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6343820" y="62073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F271542-FE16-B3E0-848B-0A4D8B153F01}"/>
              </a:ext>
            </a:extLst>
          </p:cNvPr>
          <p:cNvCxnSpPr>
            <a:cxnSpLocks/>
          </p:cNvCxnSpPr>
          <p:nvPr userDrawn="1"/>
        </p:nvCxnSpPr>
        <p:spPr>
          <a:xfrm>
            <a:off x="104775" y="4679533"/>
            <a:ext cx="8921925" cy="0"/>
          </a:xfrm>
          <a:prstGeom prst="line">
            <a:avLst/>
          </a:prstGeom>
          <a:ln w="6350">
            <a:solidFill>
              <a:srgbClr val="7686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1BE8BF6-1FD7-F0D0-B288-04816F3BEF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6343820" y="71598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4A5B8F-569D-5C4A-748D-B473D19772F9}"/>
              </a:ext>
            </a:extLst>
          </p:cNvPr>
          <p:cNvCxnSpPr>
            <a:cxnSpLocks/>
          </p:cNvCxnSpPr>
          <p:nvPr userDrawn="1"/>
        </p:nvCxnSpPr>
        <p:spPr>
          <a:xfrm>
            <a:off x="104775" y="4679533"/>
            <a:ext cx="8921925" cy="0"/>
          </a:xfrm>
          <a:prstGeom prst="line">
            <a:avLst/>
          </a:prstGeom>
          <a:ln w="6350">
            <a:solidFill>
              <a:srgbClr val="7686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45E98EA-90BC-1F50-7568-0B9F4DC368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6343820" y="71598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5DDBC6D-0744-3682-4955-4EC1D57EA3F8}"/>
              </a:ext>
            </a:extLst>
          </p:cNvPr>
          <p:cNvCxnSpPr>
            <a:cxnSpLocks/>
          </p:cNvCxnSpPr>
          <p:nvPr userDrawn="1"/>
        </p:nvCxnSpPr>
        <p:spPr>
          <a:xfrm>
            <a:off x="104775" y="4679533"/>
            <a:ext cx="8921925" cy="0"/>
          </a:xfrm>
          <a:prstGeom prst="line">
            <a:avLst/>
          </a:prstGeom>
          <a:ln w="6350">
            <a:solidFill>
              <a:srgbClr val="7686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4833E00-1B77-1D7A-5897-FAD2F68514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6343820" y="71598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A48993-A9CF-86EC-6020-1C4D1A92BC60}"/>
              </a:ext>
            </a:extLst>
          </p:cNvPr>
          <p:cNvCxnSpPr>
            <a:cxnSpLocks/>
          </p:cNvCxnSpPr>
          <p:nvPr userDrawn="1"/>
        </p:nvCxnSpPr>
        <p:spPr>
          <a:xfrm>
            <a:off x="104775" y="4679533"/>
            <a:ext cx="8921925" cy="0"/>
          </a:xfrm>
          <a:prstGeom prst="line">
            <a:avLst/>
          </a:prstGeom>
          <a:ln w="6350">
            <a:solidFill>
              <a:srgbClr val="7686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1DBD5B9-0BB3-8225-12B7-0ED526631E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6343820" y="71598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BCB6C5-329C-C5F2-6C1F-A330B5195B61}"/>
              </a:ext>
            </a:extLst>
          </p:cNvPr>
          <p:cNvCxnSpPr>
            <a:cxnSpLocks/>
          </p:cNvCxnSpPr>
          <p:nvPr userDrawn="1"/>
        </p:nvCxnSpPr>
        <p:spPr>
          <a:xfrm>
            <a:off x="104775" y="4679533"/>
            <a:ext cx="8921925" cy="0"/>
          </a:xfrm>
          <a:prstGeom prst="line">
            <a:avLst/>
          </a:prstGeom>
          <a:ln w="6350">
            <a:solidFill>
              <a:srgbClr val="7686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AC7EEF-9996-FE53-D504-B9556444F5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6343820" y="71598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FD93E4F-8518-F18C-6975-C74CE8B8FDF2}"/>
              </a:ext>
            </a:extLst>
          </p:cNvPr>
          <p:cNvCxnSpPr>
            <a:cxnSpLocks/>
          </p:cNvCxnSpPr>
          <p:nvPr userDrawn="1"/>
        </p:nvCxnSpPr>
        <p:spPr>
          <a:xfrm>
            <a:off x="104775" y="4679533"/>
            <a:ext cx="8921925" cy="0"/>
          </a:xfrm>
          <a:prstGeom prst="line">
            <a:avLst/>
          </a:prstGeom>
          <a:ln w="6350">
            <a:solidFill>
              <a:srgbClr val="7686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8570A29-D795-BEC5-B4B3-5AF2259FC3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6343820" y="71598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6AF471-D04C-E304-76AF-57D4425CF7F8}"/>
              </a:ext>
            </a:extLst>
          </p:cNvPr>
          <p:cNvCxnSpPr>
            <a:cxnSpLocks/>
          </p:cNvCxnSpPr>
          <p:nvPr userDrawn="1"/>
        </p:nvCxnSpPr>
        <p:spPr>
          <a:xfrm>
            <a:off x="104775" y="4679533"/>
            <a:ext cx="8921925" cy="0"/>
          </a:xfrm>
          <a:prstGeom prst="line">
            <a:avLst/>
          </a:prstGeom>
          <a:ln w="6350">
            <a:solidFill>
              <a:srgbClr val="7686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9F41B8A-8E2F-19D9-5FE9-A296CB9B6C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6343820" y="71598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91032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844126B60A494CACB7DAE85718F9C7" ma:contentTypeVersion="23" ma:contentTypeDescription="Create a new document." ma:contentTypeScope="" ma:versionID="f5ec01d963db9d98f0f02d0e43a09508">
  <xsd:schema xmlns:xsd="http://www.w3.org/2001/XMLSchema" xmlns:xs="http://www.w3.org/2001/XMLSchema" xmlns:p="http://schemas.microsoft.com/office/2006/metadata/properties" xmlns:ns1="http://schemas.microsoft.com/sharepoint/v3" xmlns:ns2="3d391f55-097d-40f3-a2b2-8dd083b35d41" xmlns:ns3="cccaf3ac-2de9-44d4-aa31-54302fceb5f7" xmlns:ns4="6e9906aa-e3ac-4ee8-80e3-1cec6a39d65c" targetNamespace="http://schemas.microsoft.com/office/2006/metadata/properties" ma:root="true" ma:fieldsID="c5e7e80ea5913676e105d8efe44243a8" ns1:_="" ns2:_="" ns3:_="" ns4:_="">
    <xsd:import namespace="http://schemas.microsoft.com/sharepoint/v3"/>
    <xsd:import namespace="3d391f55-097d-40f3-a2b2-8dd083b35d41"/>
    <xsd:import namespace="cccaf3ac-2de9-44d4-aa31-54302fceb5f7"/>
    <xsd:import namespace="6e9906aa-e3ac-4ee8-80e3-1cec6a39d65c"/>
    <xsd:element name="properties">
      <xsd:complexType>
        <xsd:sequence>
          <xsd:element name="documentManagement">
            <xsd:complexType>
              <xsd:all>
                <xsd:element ref="ns2:Review_x0020_Date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4:SharedWithUsers" minOccurs="0"/>
                <xsd:element ref="ns4:SharedWithDetails" minOccurs="0"/>
                <xsd:element ref="ns2:MediaServiceObjectDetectorVersions" minOccurs="0"/>
                <xsd:element ref="ns2:Deadline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391f55-097d-40f3-a2b2-8dd083b35d41" elementFormDefault="qualified">
    <xsd:import namespace="http://schemas.microsoft.com/office/2006/documentManagement/types"/>
    <xsd:import namespace="http://schemas.microsoft.com/office/infopath/2007/PartnerControls"/>
    <xsd:element name="Review_x0020_Date" ma:index="8" nillable="true" ma:displayName="Review date" ma:indexed="true" ma:internalName="Review_x0020_Dat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443b0bdb-28a8-4814-9fb9-624c17c095f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Deadline" ma:index="25" nillable="true" ma:displayName="Deadline" ma:format="DateOnly" ma:internalName="Deadline">
      <xsd:simpleType>
        <xsd:restriction base="dms:DateTime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caf3ac-2de9-44d4-aa31-54302fceb5f7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b76c0586-99a1-427c-ac2f-3e117a8f572b}" ma:internalName="TaxCatchAll" ma:showField="CatchAllData" ma:web="6435f83e-f2ef-42f9-890b-f3e7eb7667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9906aa-e3ac-4ee8-80e3-1cec6a39d65c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F024FBA-EEFA-42D1-9D92-14B93DCDE6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d391f55-097d-40f3-a2b2-8dd083b35d41"/>
    <ds:schemaRef ds:uri="cccaf3ac-2de9-44d4-aa31-54302fceb5f7"/>
    <ds:schemaRef ds:uri="6e9906aa-e3ac-4ee8-80e3-1cec6a39d6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002A55-9C4E-47AD-96DF-99AB54C8C46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Juan Martinez</cp:lastModifiedBy>
  <cp:revision>16</cp:revision>
  <dcterms:created xsi:type="dcterms:W3CDTF">2017-06-05T14:10:58Z</dcterms:created>
  <dcterms:modified xsi:type="dcterms:W3CDTF">2024-10-31T16:24:15Z</dcterms:modified>
</cp:coreProperties>
</file>